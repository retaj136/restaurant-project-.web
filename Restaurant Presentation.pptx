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18" r:id="rId6"/>
    <p:sldId id="319" r:id="rId7"/>
    <p:sldId id="320" r:id="rId8"/>
    <p:sldId id="322" r:id="rId9"/>
    <p:sldId id="3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5" autoAdjust="0"/>
    <p:restoredTop sz="86381" autoAdjust="0"/>
  </p:normalViewPr>
  <p:slideViewPr>
    <p:cSldViewPr snapToGrid="0">
      <p:cViewPr varScale="1">
        <p:scale>
          <a:sx n="69" d="100"/>
          <a:sy n="69" d="100"/>
        </p:scale>
        <p:origin x="900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1448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eman135375.github.io/restauran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s://github.com/eman135375/restaurant" TargetMode="External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sv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139252"/>
            <a:ext cx="10360152" cy="4834328"/>
          </a:xfrm>
        </p:spPr>
        <p:txBody>
          <a:bodyPr anchor="ctr"/>
          <a:lstStyle/>
          <a:p>
            <a:r>
              <a:rPr lang="en-US" i="1" dirty="0"/>
              <a:t>Restaurant Presentation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D180-0E4E-9380-BD68-7511B03F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4" y="0"/>
            <a:ext cx="9878518" cy="5786203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Members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1-Mohamed  Ibrahim Belal  .  2303210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2-Hatem Emad Refaat . 2301763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3-Retaj Mohammed Gaber .  2301390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4-Merna Khaled Abdelaziz .  2302268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5-Eman Ahmed Arafa .  2302269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6-Engy Adell Ali .  2302133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7-Menna </a:t>
            </a:r>
            <a:r>
              <a:rPr lang="en-US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tarrahman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Yahia Saif Al </a:t>
            </a:r>
            <a:r>
              <a:rPr lang="en-US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deen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   2302823</a:t>
            </a:r>
            <a:b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8-Mariem Mahmoud </a:t>
            </a:r>
            <a:r>
              <a:rPr lang="en-US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dadeesh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. 2202924</a:t>
            </a:r>
          </a:p>
        </p:txBody>
      </p:sp>
    </p:spTree>
    <p:extLst>
      <p:ext uri="{BB962C8B-B14F-4D97-AF65-F5344CB8AC3E}">
        <p14:creationId xmlns:p14="http://schemas.microsoft.com/office/powerpoint/2010/main" val="35340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FD5C04-5692-6EE8-62EF-617E24A0C2FB}"/>
              </a:ext>
            </a:extLst>
          </p:cNvPr>
          <p:cNvSpPr txBox="1"/>
          <p:nvPr/>
        </p:nvSpPr>
        <p:spPr>
          <a:xfrm>
            <a:off x="521781" y="684924"/>
            <a:ext cx="994135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Introduction</a:t>
            </a:r>
          </a:p>
          <a:p>
            <a:endParaRPr lang="en-US" sz="2800" dirty="0"/>
          </a:p>
          <a:p>
            <a:r>
              <a:rPr lang="en-US" sz="2800" dirty="0"/>
              <a:t>The aim of the project is to create a simple and user-friendly website for a restaurant, featuring sections such as the menu, about us, contact information, and table reservations . We built the project using core web development technologies including HTML, CSS, and JavaScript, along with additional tools/libraries to enhance the design and functionality .</a:t>
            </a:r>
          </a:p>
        </p:txBody>
      </p:sp>
    </p:spTree>
    <p:extLst>
      <p:ext uri="{BB962C8B-B14F-4D97-AF65-F5344CB8AC3E}">
        <p14:creationId xmlns:p14="http://schemas.microsoft.com/office/powerpoint/2010/main" val="324671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3F09C1F0-93C6-05BE-16BC-FBEE6305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Website Link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can visit our restaurant website from the link below:</a:t>
            </a:r>
            <a:br>
              <a:rPr lang="en-US" dirty="0"/>
            </a:br>
            <a:r>
              <a:rPr lang="en-US" dirty="0">
                <a:hlinkClick r:id="rId2"/>
              </a:rPr>
              <a:t>https://eman135375.github.io/restaurant/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9CD19-8965-B94E-3439-B164F1D51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347" r="21347"/>
          <a:stretch/>
        </p:blipFill>
        <p:spPr>
          <a:xfrm>
            <a:off x="6868956" y="793630"/>
            <a:ext cx="4321577" cy="5029200"/>
          </a:xfr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812497-A352-0BFF-AFA3-9802DC355B8D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2FB9F-3F42-FBB8-BEA5-ACCCF9D94FE9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C8B3A-6C62-AA9C-9570-F5A072DFCAF2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668A4-8BBA-D964-1B37-0B5AF409055E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0C535-A8DC-1EA7-D68C-70B05B5BBAF7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FFF15-E9E6-7BA3-47BA-C1D47D7EF54B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FE9AB-76DC-A457-A0F5-FC759735FF0E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F06089-2CD5-A8B1-5673-95E1E06E3201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9BE52-ED8B-2021-B3FE-AD0A3DFBC112}"/>
              </a:ext>
            </a:extLst>
          </p:cNvPr>
          <p:cNvSpPr txBox="1"/>
          <p:nvPr/>
        </p:nvSpPr>
        <p:spPr>
          <a:xfrm>
            <a:off x="5624945" y="29925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26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>
            <a:extLst>
              <a:ext uri="{FF2B5EF4-FFF2-40B4-BE49-F238E27FC236}">
                <a16:creationId xmlns:a16="http://schemas.microsoft.com/office/drawing/2014/main" id="{A283A9C4-ECC0-9D85-7771-BF4232DD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3" y="411266"/>
            <a:ext cx="10266219" cy="1285722"/>
          </a:xfrm>
        </p:spPr>
        <p:txBody>
          <a:bodyPr/>
          <a:lstStyle/>
          <a:p>
            <a:r>
              <a:rPr lang="en-US" sz="4400" dirty="0"/>
              <a:t>Pictures                                                     Codes</a:t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30" name="Content Placeholder 29" descr="A restaurant with tables and chairs on a deck&#10;&#10;AI-generated content may be incorrect.">
            <a:extLst>
              <a:ext uri="{FF2B5EF4-FFF2-40B4-BE49-F238E27FC236}">
                <a16:creationId xmlns:a16="http://schemas.microsoft.com/office/drawing/2014/main" id="{B1F573BA-5691-7A85-7646-C0E125D2111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625931" y="1238916"/>
            <a:ext cx="2991962" cy="1385425"/>
          </a:xfrm>
          <a:noFill/>
        </p:spPr>
      </p:pic>
      <p:pic>
        <p:nvPicPr>
          <p:cNvPr id="28" name="Content Placeholder 27" descr="Open folder with solid fill">
            <a:hlinkClick r:id="rId3"/>
            <a:extLst>
              <a:ext uri="{FF2B5EF4-FFF2-40B4-BE49-F238E27FC236}">
                <a16:creationId xmlns:a16="http://schemas.microsoft.com/office/drawing/2014/main" id="{DFB2C022-E532-A529-1C97-AD6437DBE3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623125" y="962000"/>
            <a:ext cx="4589511" cy="4589511"/>
          </a:xfrm>
        </p:spPr>
      </p:pic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0D2EE48D-6A76-825A-506E-0D1FE8D45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2" name="Picture 31" descr="A plate of food on a blue surface&#10;&#10;AI-generated content may be incorrect.">
            <a:extLst>
              <a:ext uri="{FF2B5EF4-FFF2-40B4-BE49-F238E27FC236}">
                <a16:creationId xmlns:a16="http://schemas.microsoft.com/office/drawing/2014/main" id="{CA2B2FD7-A71B-E41E-2B52-31729130E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165" y="2764719"/>
            <a:ext cx="1784386" cy="1302515"/>
          </a:xfrm>
          <a:prstGeom prst="rect">
            <a:avLst/>
          </a:prstGeom>
        </p:spPr>
      </p:pic>
      <p:pic>
        <p:nvPicPr>
          <p:cNvPr id="36" name="Picture 35" descr="A pizza on a wooden board&#10;&#10;AI-generated content may be incorrect.">
            <a:extLst>
              <a:ext uri="{FF2B5EF4-FFF2-40B4-BE49-F238E27FC236}">
                <a16:creationId xmlns:a16="http://schemas.microsoft.com/office/drawing/2014/main" id="{3B33B15A-F74C-E039-FD6B-C503250A6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718" y="2764719"/>
            <a:ext cx="2075545" cy="1328561"/>
          </a:xfrm>
          <a:prstGeom prst="rect">
            <a:avLst/>
          </a:prstGeom>
        </p:spPr>
      </p:pic>
      <p:pic>
        <p:nvPicPr>
          <p:cNvPr id="42" name="Picture 41" descr="A plate of food on a table&#10;&#10;AI-generated content may be incorrect.">
            <a:extLst>
              <a:ext uri="{FF2B5EF4-FFF2-40B4-BE49-F238E27FC236}">
                <a16:creationId xmlns:a16="http://schemas.microsoft.com/office/drawing/2014/main" id="{8CE34EE0-D4AF-7338-D216-CF285DEF7A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876" y="2810643"/>
            <a:ext cx="2007604" cy="1328561"/>
          </a:xfrm>
          <a:prstGeom prst="rect">
            <a:avLst/>
          </a:prstGeom>
        </p:spPr>
      </p:pic>
      <p:pic>
        <p:nvPicPr>
          <p:cNvPr id="44" name="Picture 43" descr="A bottle of orange juice and a sliced orange&#10;&#10;AI-generated content may be incorrect.">
            <a:extLst>
              <a:ext uri="{FF2B5EF4-FFF2-40B4-BE49-F238E27FC236}">
                <a16:creationId xmlns:a16="http://schemas.microsoft.com/office/drawing/2014/main" id="{63496F14-C50E-A540-BA74-A8C5B56358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84" y="4219925"/>
            <a:ext cx="1827947" cy="1285722"/>
          </a:xfrm>
          <a:prstGeom prst="rect">
            <a:avLst/>
          </a:prstGeom>
        </p:spPr>
      </p:pic>
      <p:pic>
        <p:nvPicPr>
          <p:cNvPr id="47" name="Picture 46" descr="A close up of a glass of soda&#10;&#10;AI-generated content may be incorrect.">
            <a:extLst>
              <a:ext uri="{FF2B5EF4-FFF2-40B4-BE49-F238E27FC236}">
                <a16:creationId xmlns:a16="http://schemas.microsoft.com/office/drawing/2014/main" id="{CD6CFB3E-20BD-D39A-4475-11EDFE5C5F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5717" y="4235796"/>
            <a:ext cx="2075545" cy="1285722"/>
          </a:xfrm>
          <a:prstGeom prst="rect">
            <a:avLst/>
          </a:prstGeom>
        </p:spPr>
      </p:pic>
      <p:pic>
        <p:nvPicPr>
          <p:cNvPr id="50" name="Picture 49" descr="A water bottle splashing into the air&#10;&#10;AI-generated content may be incorrect.">
            <a:extLst>
              <a:ext uri="{FF2B5EF4-FFF2-40B4-BE49-F238E27FC236}">
                <a16:creationId xmlns:a16="http://schemas.microsoft.com/office/drawing/2014/main" id="{3BF8D5B5-4C23-0FDB-43EF-1C6C0AB0E3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8876" y="4300646"/>
            <a:ext cx="2007603" cy="1205001"/>
          </a:xfrm>
          <a:prstGeom prst="rect">
            <a:avLst/>
          </a:prstGeom>
        </p:spPr>
      </p:pic>
      <p:pic>
        <p:nvPicPr>
          <p:cNvPr id="52" name="Picture 51" descr="Slices of pepperoni pizza with sauces on top&#10;&#10;AI-generated content may be incorrect.">
            <a:extLst>
              <a:ext uri="{FF2B5EF4-FFF2-40B4-BE49-F238E27FC236}">
                <a16:creationId xmlns:a16="http://schemas.microsoft.com/office/drawing/2014/main" id="{F24885F4-6AE6-F6A4-6D0C-6005AD93C0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5931" y="5648163"/>
            <a:ext cx="3000435" cy="119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5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D2AE-9528-41A7-F72C-97E97E56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>
            <a:normAutofit/>
          </a:bodyPr>
          <a:lstStyle/>
          <a:p>
            <a:r>
              <a:rPr lang="en-US" i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21364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156</Words>
  <Application>Microsoft Office PowerPoint</Application>
  <PresentationFormat>Widescreen</PresentationFormat>
  <Paragraphs>11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Gill Sans Nova Light</vt:lpstr>
      <vt:lpstr>Sagona Book</vt:lpstr>
      <vt:lpstr>Custom</vt:lpstr>
      <vt:lpstr>Restaurant Presentation </vt:lpstr>
      <vt:lpstr>Team Members  1-Mohamed  Ibrahim Belal  .  2303210 2-Hatem Emad Refaat . 2301763 3-Retaj Mohammed Gaber .  2301390 4-Merna Khaled Abdelaziz .  2302268 5-Eman Ahmed Arafa .  2302269 6-Engy Adell Ali .  2302133 7-Menna tarrahman Yahia Saif Al deen .   2302823 8-Mariem Mahmoud dadeesh  . 2202924</vt:lpstr>
      <vt:lpstr>PowerPoint Presentation</vt:lpstr>
      <vt:lpstr>Website Link  You can visit our restaurant website from the link below: https://eman135375.github.io/restaurant/</vt:lpstr>
      <vt:lpstr>Pictures                                                     Codes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Retaj Mohammed Gaber Mohammed Hameed</dc:creator>
  <cp:lastModifiedBy>Retaj Mohammed Gaber Mohammed Hameed</cp:lastModifiedBy>
  <cp:revision>11</cp:revision>
  <dcterms:created xsi:type="dcterms:W3CDTF">2025-04-23T21:48:48Z</dcterms:created>
  <dcterms:modified xsi:type="dcterms:W3CDTF">2025-05-01T11:10:17Z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